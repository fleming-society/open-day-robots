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6" r:id="rId4"/>
    <p:sldId id="265" r:id="rId5"/>
    <p:sldId id="258" r:id="rId6"/>
    <p:sldId id="267" r:id="rId7"/>
    <p:sldId id="259" r:id="rId8"/>
    <p:sldId id="260" r:id="rId9"/>
    <p:sldId id="264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B1C4A5-EA77-0E30-F047-196B291203C0}" v="127" dt="2024-06-28T22:32:16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9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344" y="7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, Junzhe" userId="b455f2ed-0183-42f9-9a9c-6341191de9ef" providerId="ADAL" clId="{DD681001-980A-4FF9-A9C9-418EE99FAB73}"/>
    <pc:docChg chg="undo custSel addSld modSld sldOrd">
      <pc:chgData name="Chen, Junzhe" userId="b455f2ed-0183-42f9-9a9c-6341191de9ef" providerId="ADAL" clId="{DD681001-980A-4FF9-A9C9-418EE99FAB73}" dt="2024-06-28T13:41:37.087" v="1241" actId="20577"/>
      <pc:docMkLst>
        <pc:docMk/>
      </pc:docMkLst>
      <pc:sldChg chg="modSp mod">
        <pc:chgData name="Chen, Junzhe" userId="b455f2ed-0183-42f9-9a9c-6341191de9ef" providerId="ADAL" clId="{DD681001-980A-4FF9-A9C9-418EE99FAB73}" dt="2024-06-28T07:54:43.756" v="350" actId="20577"/>
        <pc:sldMkLst>
          <pc:docMk/>
          <pc:sldMk cId="2074862554" sldId="256"/>
        </pc:sldMkLst>
        <pc:spChg chg="mod">
          <ac:chgData name="Chen, Junzhe" userId="b455f2ed-0183-42f9-9a9c-6341191de9ef" providerId="ADAL" clId="{DD681001-980A-4FF9-A9C9-418EE99FAB73}" dt="2024-06-28T07:54:43.756" v="350" actId="20577"/>
          <ac:spMkLst>
            <pc:docMk/>
            <pc:sldMk cId="2074862554" sldId="256"/>
            <ac:spMk id="3" creationId="{2834B9D4-D8B3-AB7E-29F5-FF30D31BA70A}"/>
          </ac:spMkLst>
        </pc:spChg>
      </pc:sldChg>
      <pc:sldChg chg="modSp mod">
        <pc:chgData name="Chen, Junzhe" userId="b455f2ed-0183-42f9-9a9c-6341191de9ef" providerId="ADAL" clId="{DD681001-980A-4FF9-A9C9-418EE99FAB73}" dt="2024-06-28T07:11:32.221" v="1" actId="207"/>
        <pc:sldMkLst>
          <pc:docMk/>
          <pc:sldMk cId="2207940" sldId="259"/>
        </pc:sldMkLst>
        <pc:spChg chg="mod">
          <ac:chgData name="Chen, Junzhe" userId="b455f2ed-0183-42f9-9a9c-6341191de9ef" providerId="ADAL" clId="{DD681001-980A-4FF9-A9C9-418EE99FAB73}" dt="2024-06-28T07:11:32.221" v="1" actId="207"/>
          <ac:spMkLst>
            <pc:docMk/>
            <pc:sldMk cId="2207940" sldId="259"/>
            <ac:spMk id="3" creationId="{A57EF3DE-3179-6105-6076-33FD4B3F3E61}"/>
          </ac:spMkLst>
        </pc:spChg>
      </pc:sldChg>
      <pc:sldChg chg="modSp mod ord">
        <pc:chgData name="Chen, Junzhe" userId="b455f2ed-0183-42f9-9a9c-6341191de9ef" providerId="ADAL" clId="{DD681001-980A-4FF9-A9C9-418EE99FAB73}" dt="2024-06-28T13:23:18.526" v="1235" actId="207"/>
        <pc:sldMkLst>
          <pc:docMk/>
          <pc:sldMk cId="2713460920" sldId="260"/>
        </pc:sldMkLst>
        <pc:spChg chg="mod">
          <ac:chgData name="Chen, Junzhe" userId="b455f2ed-0183-42f9-9a9c-6341191de9ef" providerId="ADAL" clId="{DD681001-980A-4FF9-A9C9-418EE99FAB73}" dt="2024-06-28T13:23:18.526" v="1235" actId="207"/>
          <ac:spMkLst>
            <pc:docMk/>
            <pc:sldMk cId="2713460920" sldId="260"/>
            <ac:spMk id="3" creationId="{6BCF6A41-1F5A-DE6A-E5A1-AD171ECD830C}"/>
          </ac:spMkLst>
        </pc:spChg>
      </pc:sldChg>
      <pc:sldChg chg="modSp new mod ord">
        <pc:chgData name="Chen, Junzhe" userId="b455f2ed-0183-42f9-9a9c-6341191de9ef" providerId="ADAL" clId="{DD681001-980A-4FF9-A9C9-418EE99FAB73}" dt="2024-06-28T13:41:37.087" v="1241" actId="20577"/>
        <pc:sldMkLst>
          <pc:docMk/>
          <pc:sldMk cId="1240527131" sldId="265"/>
        </pc:sldMkLst>
        <pc:spChg chg="mod">
          <ac:chgData name="Chen, Junzhe" userId="b455f2ed-0183-42f9-9a9c-6341191de9ef" providerId="ADAL" clId="{DD681001-980A-4FF9-A9C9-418EE99FAB73}" dt="2024-06-28T07:12:03.523" v="24" actId="20577"/>
          <ac:spMkLst>
            <pc:docMk/>
            <pc:sldMk cId="1240527131" sldId="265"/>
            <ac:spMk id="2" creationId="{C62E11B1-4754-FA79-A923-E32634832618}"/>
          </ac:spMkLst>
        </pc:spChg>
        <pc:spChg chg="mod">
          <ac:chgData name="Chen, Junzhe" userId="b455f2ed-0183-42f9-9a9c-6341191de9ef" providerId="ADAL" clId="{DD681001-980A-4FF9-A9C9-418EE99FAB73}" dt="2024-06-28T13:41:37.087" v="1241" actId="20577"/>
          <ac:spMkLst>
            <pc:docMk/>
            <pc:sldMk cId="1240527131" sldId="265"/>
            <ac:spMk id="3" creationId="{C972F03A-59A4-A97D-F644-F3E85AE56DF1}"/>
          </ac:spMkLst>
        </pc:spChg>
      </pc:sldChg>
      <pc:sldChg chg="modSp new mod ord">
        <pc:chgData name="Chen, Junzhe" userId="b455f2ed-0183-42f9-9a9c-6341191de9ef" providerId="ADAL" clId="{DD681001-980A-4FF9-A9C9-418EE99FAB73}" dt="2024-06-28T13:23:39.988" v="1237"/>
        <pc:sldMkLst>
          <pc:docMk/>
          <pc:sldMk cId="115333945" sldId="266"/>
        </pc:sldMkLst>
        <pc:spChg chg="mod">
          <ac:chgData name="Chen, Junzhe" userId="b455f2ed-0183-42f9-9a9c-6341191de9ef" providerId="ADAL" clId="{DD681001-980A-4FF9-A9C9-418EE99FAB73}" dt="2024-06-28T09:56:28.559" v="405" actId="20577"/>
          <ac:spMkLst>
            <pc:docMk/>
            <pc:sldMk cId="115333945" sldId="266"/>
            <ac:spMk id="2" creationId="{BEEC390A-8580-CDCF-2553-A3E76E7FD7DC}"/>
          </ac:spMkLst>
        </pc:spChg>
        <pc:spChg chg="mod">
          <ac:chgData name="Chen, Junzhe" userId="b455f2ed-0183-42f9-9a9c-6341191de9ef" providerId="ADAL" clId="{DD681001-980A-4FF9-A9C9-418EE99FAB73}" dt="2024-06-28T10:02:31.002" v="729" actId="207"/>
          <ac:spMkLst>
            <pc:docMk/>
            <pc:sldMk cId="115333945" sldId="266"/>
            <ac:spMk id="3" creationId="{170B20A5-B9AF-4881-C66A-378984237B2A}"/>
          </ac:spMkLst>
        </pc:spChg>
      </pc:sldChg>
      <pc:sldChg chg="modSp new mod">
        <pc:chgData name="Chen, Junzhe" userId="b455f2ed-0183-42f9-9a9c-6341191de9ef" providerId="ADAL" clId="{DD681001-980A-4FF9-A9C9-418EE99FAB73}" dt="2024-06-28T10:21:41.430" v="1180" actId="13926"/>
        <pc:sldMkLst>
          <pc:docMk/>
          <pc:sldMk cId="1625519898" sldId="267"/>
        </pc:sldMkLst>
        <pc:spChg chg="mod">
          <ac:chgData name="Chen, Junzhe" userId="b455f2ed-0183-42f9-9a9c-6341191de9ef" providerId="ADAL" clId="{DD681001-980A-4FF9-A9C9-418EE99FAB73}" dt="2024-06-28T10:16:02.321" v="790" actId="20577"/>
          <ac:spMkLst>
            <pc:docMk/>
            <pc:sldMk cId="1625519898" sldId="267"/>
            <ac:spMk id="2" creationId="{1D675BA5-06D3-7A8C-5289-978687A3275E}"/>
          </ac:spMkLst>
        </pc:spChg>
        <pc:spChg chg="mod">
          <ac:chgData name="Chen, Junzhe" userId="b455f2ed-0183-42f9-9a9c-6341191de9ef" providerId="ADAL" clId="{DD681001-980A-4FF9-A9C9-418EE99FAB73}" dt="2024-06-28T10:21:41.430" v="1180" actId="13926"/>
          <ac:spMkLst>
            <pc:docMk/>
            <pc:sldMk cId="1625519898" sldId="267"/>
            <ac:spMk id="3" creationId="{AEE8BB2E-794F-0690-CDD1-A8962D282322}"/>
          </ac:spMkLst>
        </pc:spChg>
      </pc:sldChg>
    </pc:docChg>
  </pc:docChgLst>
  <pc:docChgLst>
    <pc:chgData name="Chen, Junzhe" userId="b455f2ed-0183-42f9-9a9c-6341191de9ef" providerId="ADAL" clId="{5B46D65F-11D0-4AF2-8B60-E6816A7DE40A}"/>
    <pc:docChg chg="undo custSel addSld delSld modSld sldOrd">
      <pc:chgData name="Chen, Junzhe" userId="b455f2ed-0183-42f9-9a9c-6341191de9ef" providerId="ADAL" clId="{5B46D65F-11D0-4AF2-8B60-E6816A7DE40A}" dt="2023-06-29T21:39:21.143" v="1438" actId="20577"/>
      <pc:docMkLst>
        <pc:docMk/>
      </pc:docMkLst>
      <pc:sldChg chg="addSp delSp modSp mod">
        <pc:chgData name="Chen, Junzhe" userId="b455f2ed-0183-42f9-9a9c-6341191de9ef" providerId="ADAL" clId="{5B46D65F-11D0-4AF2-8B60-E6816A7DE40A}" dt="2023-06-29T12:53:21.831" v="755" actId="1076"/>
        <pc:sldMkLst>
          <pc:docMk/>
          <pc:sldMk cId="1179174042" sldId="257"/>
        </pc:sldMkLst>
        <pc:picChg chg="add del mod">
          <ac:chgData name="Chen, Junzhe" userId="b455f2ed-0183-42f9-9a9c-6341191de9ef" providerId="ADAL" clId="{5B46D65F-11D0-4AF2-8B60-E6816A7DE40A}" dt="2023-06-29T12:50:11.110" v="720" actId="478"/>
          <ac:picMkLst>
            <pc:docMk/>
            <pc:sldMk cId="1179174042" sldId="257"/>
            <ac:picMk id="5" creationId="{8A4F4919-FDF1-F2A3-D9A1-2BF910B91126}"/>
          </ac:picMkLst>
        </pc:picChg>
        <pc:picChg chg="add del mod">
          <ac:chgData name="Chen, Junzhe" userId="b455f2ed-0183-42f9-9a9c-6341191de9ef" providerId="ADAL" clId="{5B46D65F-11D0-4AF2-8B60-E6816A7DE40A}" dt="2023-06-29T12:50:15.801" v="724" actId="478"/>
          <ac:picMkLst>
            <pc:docMk/>
            <pc:sldMk cId="1179174042" sldId="257"/>
            <ac:picMk id="7" creationId="{C2390F4A-662D-796F-5533-318E799902AE}"/>
          </ac:picMkLst>
        </pc:picChg>
        <pc:picChg chg="add del mod">
          <ac:chgData name="Chen, Junzhe" userId="b455f2ed-0183-42f9-9a9c-6341191de9ef" providerId="ADAL" clId="{5B46D65F-11D0-4AF2-8B60-E6816A7DE40A}" dt="2023-06-29T12:50:24.299" v="728" actId="478"/>
          <ac:picMkLst>
            <pc:docMk/>
            <pc:sldMk cId="1179174042" sldId="257"/>
            <ac:picMk id="9" creationId="{31267557-2356-FB9C-B3FF-7E60EF287602}"/>
          </ac:picMkLst>
        </pc:picChg>
        <pc:picChg chg="add mod">
          <ac:chgData name="Chen, Junzhe" userId="b455f2ed-0183-42f9-9a9c-6341191de9ef" providerId="ADAL" clId="{5B46D65F-11D0-4AF2-8B60-E6816A7DE40A}" dt="2023-06-29T12:53:08.306" v="751" actId="14100"/>
          <ac:picMkLst>
            <pc:docMk/>
            <pc:sldMk cId="1179174042" sldId="257"/>
            <ac:picMk id="11" creationId="{A0A214BD-ADFD-EF19-FAEB-2358B75A8110}"/>
          </ac:picMkLst>
        </pc:picChg>
        <pc:picChg chg="add mod">
          <ac:chgData name="Chen, Junzhe" userId="b455f2ed-0183-42f9-9a9c-6341191de9ef" providerId="ADAL" clId="{5B46D65F-11D0-4AF2-8B60-E6816A7DE40A}" dt="2023-06-29T12:53:19.030" v="754" actId="1076"/>
          <ac:picMkLst>
            <pc:docMk/>
            <pc:sldMk cId="1179174042" sldId="257"/>
            <ac:picMk id="13" creationId="{4E8FBEA7-AE96-709D-6DBB-53A53D4AB84C}"/>
          </ac:picMkLst>
        </pc:picChg>
        <pc:picChg chg="add mod">
          <ac:chgData name="Chen, Junzhe" userId="b455f2ed-0183-42f9-9a9c-6341191de9ef" providerId="ADAL" clId="{5B46D65F-11D0-4AF2-8B60-E6816A7DE40A}" dt="2023-06-29T12:53:21.831" v="755" actId="1076"/>
          <ac:picMkLst>
            <pc:docMk/>
            <pc:sldMk cId="1179174042" sldId="257"/>
            <ac:picMk id="15" creationId="{5AB78DB8-CD1B-1DC1-9B7B-94574B090023}"/>
          </ac:picMkLst>
        </pc:picChg>
      </pc:sldChg>
      <pc:sldChg chg="modSp mod">
        <pc:chgData name="Chen, Junzhe" userId="b455f2ed-0183-42f9-9a9c-6341191de9ef" providerId="ADAL" clId="{5B46D65F-11D0-4AF2-8B60-E6816A7DE40A}" dt="2023-06-29T12:13:11.716" v="309" actId="207"/>
        <pc:sldMkLst>
          <pc:docMk/>
          <pc:sldMk cId="513321084" sldId="258"/>
        </pc:sldMkLst>
        <pc:spChg chg="mod">
          <ac:chgData name="Chen, Junzhe" userId="b455f2ed-0183-42f9-9a9c-6341191de9ef" providerId="ADAL" clId="{5B46D65F-11D0-4AF2-8B60-E6816A7DE40A}" dt="2023-06-29T12:13:11.716" v="309" actId="207"/>
          <ac:spMkLst>
            <pc:docMk/>
            <pc:sldMk cId="513321084" sldId="258"/>
            <ac:spMk id="3" creationId="{4CA6723D-12A2-D93F-AFFF-B8B0A3C6C8DC}"/>
          </ac:spMkLst>
        </pc:spChg>
      </pc:sldChg>
      <pc:sldChg chg="modSp mod">
        <pc:chgData name="Chen, Junzhe" userId="b455f2ed-0183-42f9-9a9c-6341191de9ef" providerId="ADAL" clId="{5B46D65F-11D0-4AF2-8B60-E6816A7DE40A}" dt="2023-06-29T12:16:51.761" v="360" actId="20577"/>
        <pc:sldMkLst>
          <pc:docMk/>
          <pc:sldMk cId="2713460920" sldId="260"/>
        </pc:sldMkLst>
        <pc:spChg chg="mod">
          <ac:chgData name="Chen, Junzhe" userId="b455f2ed-0183-42f9-9a9c-6341191de9ef" providerId="ADAL" clId="{5B46D65F-11D0-4AF2-8B60-E6816A7DE40A}" dt="2023-06-29T12:16:51.761" v="360" actId="20577"/>
          <ac:spMkLst>
            <pc:docMk/>
            <pc:sldMk cId="2713460920" sldId="260"/>
            <ac:spMk id="3" creationId="{6BCF6A41-1F5A-DE6A-E5A1-AD171ECD830C}"/>
          </ac:spMkLst>
        </pc:spChg>
      </pc:sldChg>
      <pc:sldChg chg="del">
        <pc:chgData name="Chen, Junzhe" userId="b455f2ed-0183-42f9-9a9c-6341191de9ef" providerId="ADAL" clId="{5B46D65F-11D0-4AF2-8B60-E6816A7DE40A}" dt="2023-06-29T12:02:19.129" v="0" actId="47"/>
        <pc:sldMkLst>
          <pc:docMk/>
          <pc:sldMk cId="2214190390" sldId="261"/>
        </pc:sldMkLst>
      </pc:sldChg>
      <pc:sldChg chg="addSp delSp modSp mod">
        <pc:chgData name="Chen, Junzhe" userId="b455f2ed-0183-42f9-9a9c-6341191de9ef" providerId="ADAL" clId="{5B46D65F-11D0-4AF2-8B60-E6816A7DE40A}" dt="2023-06-29T21:15:57.571" v="832" actId="27636"/>
        <pc:sldMkLst>
          <pc:docMk/>
          <pc:sldMk cId="3059680688" sldId="262"/>
        </pc:sldMkLst>
        <pc:spChg chg="mod">
          <ac:chgData name="Chen, Junzhe" userId="b455f2ed-0183-42f9-9a9c-6341191de9ef" providerId="ADAL" clId="{5B46D65F-11D0-4AF2-8B60-E6816A7DE40A}" dt="2023-06-29T12:12:39.568" v="302" actId="207"/>
          <ac:spMkLst>
            <pc:docMk/>
            <pc:sldMk cId="3059680688" sldId="262"/>
            <ac:spMk id="2" creationId="{11E7BA6A-D1DB-5736-3ED9-8752B28FD57E}"/>
          </ac:spMkLst>
        </pc:spChg>
        <pc:spChg chg="mod">
          <ac:chgData name="Chen, Junzhe" userId="b455f2ed-0183-42f9-9a9c-6341191de9ef" providerId="ADAL" clId="{5B46D65F-11D0-4AF2-8B60-E6816A7DE40A}" dt="2023-06-29T21:15:57.571" v="832" actId="27636"/>
          <ac:spMkLst>
            <pc:docMk/>
            <pc:sldMk cId="3059680688" sldId="262"/>
            <ac:spMk id="3" creationId="{8BFF6563-AFB2-DCF8-3F3B-4CA75D8391C1}"/>
          </ac:spMkLst>
        </pc:spChg>
        <pc:spChg chg="add mod ord">
          <ac:chgData name="Chen, Junzhe" userId="b455f2ed-0183-42f9-9a9c-6341191de9ef" providerId="ADAL" clId="{5B46D65F-11D0-4AF2-8B60-E6816A7DE40A}" dt="2023-06-29T12:43:41.520" v="714" actId="1076"/>
          <ac:spMkLst>
            <pc:docMk/>
            <pc:sldMk cId="3059680688" sldId="262"/>
            <ac:spMk id="4" creationId="{F1901F9F-3AD6-F6DB-4F73-2AE41EF84CF0}"/>
          </ac:spMkLst>
        </pc:spChg>
        <pc:picChg chg="add del">
          <ac:chgData name="Chen, Junzhe" userId="b455f2ed-0183-42f9-9a9c-6341191de9ef" providerId="ADAL" clId="{5B46D65F-11D0-4AF2-8B60-E6816A7DE40A}" dt="2023-06-29T21:12:42.881" v="757" actId="22"/>
          <ac:picMkLst>
            <pc:docMk/>
            <pc:sldMk cId="3059680688" sldId="262"/>
            <ac:picMk id="6" creationId="{88EE8ADB-E41B-5945-7514-EA61FCD4C0E2}"/>
          </ac:picMkLst>
        </pc:picChg>
      </pc:sldChg>
      <pc:sldChg chg="modSp new mod">
        <pc:chgData name="Chen, Junzhe" userId="b455f2ed-0183-42f9-9a9c-6341191de9ef" providerId="ADAL" clId="{5B46D65F-11D0-4AF2-8B60-E6816A7DE40A}" dt="2023-06-29T21:39:21.143" v="1438" actId="20577"/>
        <pc:sldMkLst>
          <pc:docMk/>
          <pc:sldMk cId="2600760083" sldId="263"/>
        </pc:sldMkLst>
        <pc:spChg chg="mod">
          <ac:chgData name="Chen, Junzhe" userId="b455f2ed-0183-42f9-9a9c-6341191de9ef" providerId="ADAL" clId="{5B46D65F-11D0-4AF2-8B60-E6816A7DE40A}" dt="2023-06-29T12:02:39.277" v="23" actId="20577"/>
          <ac:spMkLst>
            <pc:docMk/>
            <pc:sldMk cId="2600760083" sldId="263"/>
            <ac:spMk id="2" creationId="{13399CC8-9398-BC7C-A896-340CB6F95805}"/>
          </ac:spMkLst>
        </pc:spChg>
        <pc:spChg chg="mod">
          <ac:chgData name="Chen, Junzhe" userId="b455f2ed-0183-42f9-9a9c-6341191de9ef" providerId="ADAL" clId="{5B46D65F-11D0-4AF2-8B60-E6816A7DE40A}" dt="2023-06-29T21:39:21.143" v="1438" actId="20577"/>
          <ac:spMkLst>
            <pc:docMk/>
            <pc:sldMk cId="2600760083" sldId="263"/>
            <ac:spMk id="3" creationId="{1591BE63-A400-11B4-006E-5E0363B7456D}"/>
          </ac:spMkLst>
        </pc:spChg>
      </pc:sldChg>
      <pc:sldChg chg="addSp delSp modSp new mod ord">
        <pc:chgData name="Chen, Junzhe" userId="b455f2ed-0183-42f9-9a9c-6341191de9ef" providerId="ADAL" clId="{5B46D65F-11D0-4AF2-8B60-E6816A7DE40A}" dt="2023-06-29T21:29:04.733" v="1410" actId="207"/>
        <pc:sldMkLst>
          <pc:docMk/>
          <pc:sldMk cId="2838489505" sldId="264"/>
        </pc:sldMkLst>
        <pc:spChg chg="mod">
          <ac:chgData name="Chen, Junzhe" userId="b455f2ed-0183-42f9-9a9c-6341191de9ef" providerId="ADAL" clId="{5B46D65F-11D0-4AF2-8B60-E6816A7DE40A}" dt="2023-06-29T21:13:13.834" v="802" actId="2711"/>
          <ac:spMkLst>
            <pc:docMk/>
            <pc:sldMk cId="2838489505" sldId="264"/>
            <ac:spMk id="2" creationId="{E5E90128-1463-4A39-9F4F-AEEB31BEA49D}"/>
          </ac:spMkLst>
        </pc:spChg>
        <pc:spChg chg="add del mod">
          <ac:chgData name="Chen, Junzhe" userId="b455f2ed-0183-42f9-9a9c-6341191de9ef" providerId="ADAL" clId="{5B46D65F-11D0-4AF2-8B60-E6816A7DE40A}" dt="2023-06-29T21:29:04.733" v="1410" actId="207"/>
          <ac:spMkLst>
            <pc:docMk/>
            <pc:sldMk cId="2838489505" sldId="264"/>
            <ac:spMk id="3" creationId="{AE683795-6AFE-C2E3-AD4B-FF0E32239F12}"/>
          </ac:spMkLst>
        </pc:spChg>
        <pc:spChg chg="add del mod">
          <ac:chgData name="Chen, Junzhe" userId="b455f2ed-0183-42f9-9a9c-6341191de9ef" providerId="ADAL" clId="{5B46D65F-11D0-4AF2-8B60-E6816A7DE40A}" dt="2023-06-29T21:15:39.699" v="828" actId="11529"/>
          <ac:spMkLst>
            <pc:docMk/>
            <pc:sldMk cId="2838489505" sldId="264"/>
            <ac:spMk id="4" creationId="{E186858F-5CCB-59F5-3417-C1CE8F237F7A}"/>
          </ac:spMkLst>
        </pc:spChg>
        <pc:spChg chg="add mod ord">
          <ac:chgData name="Chen, Junzhe" userId="b455f2ed-0183-42f9-9a9c-6341191de9ef" providerId="ADAL" clId="{5B46D65F-11D0-4AF2-8B60-E6816A7DE40A}" dt="2023-06-29T21:20:56.679" v="1242" actId="14100"/>
          <ac:spMkLst>
            <pc:docMk/>
            <pc:sldMk cId="2838489505" sldId="264"/>
            <ac:spMk id="5" creationId="{5CCA8023-2114-71AF-3ADA-47D69C1E425F}"/>
          </ac:spMkLst>
        </pc:spChg>
        <pc:spChg chg="add mod">
          <ac:chgData name="Chen, Junzhe" userId="b455f2ed-0183-42f9-9a9c-6341191de9ef" providerId="ADAL" clId="{5B46D65F-11D0-4AF2-8B60-E6816A7DE40A}" dt="2023-06-29T21:23:20.924" v="1402" actId="255"/>
          <ac:spMkLst>
            <pc:docMk/>
            <pc:sldMk cId="2838489505" sldId="264"/>
            <ac:spMk id="6" creationId="{28BB60C5-004F-8E1C-3DE7-7838AA6C793D}"/>
          </ac:spMkLst>
        </pc:spChg>
      </pc:sldChg>
      <pc:sldChg chg="new del">
        <pc:chgData name="Chen, Junzhe" userId="b455f2ed-0183-42f9-9a9c-6341191de9ef" providerId="ADAL" clId="{5B46D65F-11D0-4AF2-8B60-E6816A7DE40A}" dt="2023-06-29T12:36:23.254" v="362" actId="47"/>
        <pc:sldMkLst>
          <pc:docMk/>
          <pc:sldMk cId="3759586542" sldId="264"/>
        </pc:sldMkLst>
      </pc:sldChg>
    </pc:docChg>
  </pc:docChgLst>
  <pc:docChgLst>
    <pc:chgData name="Chen, Junzhe" userId="S::zceejc3@ucl.ac.uk::b455f2ed-0183-42f9-9a9c-6341191de9ef" providerId="AD" clId="Web-{F1B1C4A5-EA77-0E30-F047-196B291203C0}"/>
    <pc:docChg chg="modSld sldOrd">
      <pc:chgData name="Chen, Junzhe" userId="S::zceejc3@ucl.ac.uk::b455f2ed-0183-42f9-9a9c-6341191de9ef" providerId="AD" clId="Web-{F1B1C4A5-EA77-0E30-F047-196B291203C0}" dt="2024-06-28T22:32:16.062" v="125" actId="20577"/>
      <pc:docMkLst>
        <pc:docMk/>
      </pc:docMkLst>
      <pc:sldChg chg="modSp">
        <pc:chgData name="Chen, Junzhe" userId="S::zceejc3@ucl.ac.uk::b455f2ed-0183-42f9-9a9c-6341191de9ef" providerId="AD" clId="Web-{F1B1C4A5-EA77-0E30-F047-196B291203C0}" dt="2024-06-28T22:18:48.719" v="120" actId="20577"/>
        <pc:sldMkLst>
          <pc:docMk/>
          <pc:sldMk cId="2074862554" sldId="256"/>
        </pc:sldMkLst>
        <pc:spChg chg="mod">
          <ac:chgData name="Chen, Junzhe" userId="S::zceejc3@ucl.ac.uk::b455f2ed-0183-42f9-9a9c-6341191de9ef" providerId="AD" clId="Web-{F1B1C4A5-EA77-0E30-F047-196B291203C0}" dt="2024-06-28T22:18:48.719" v="120" actId="20577"/>
          <ac:spMkLst>
            <pc:docMk/>
            <pc:sldMk cId="2074862554" sldId="256"/>
            <ac:spMk id="3" creationId="{2834B9D4-D8B3-AB7E-29F5-FF30D31BA70A}"/>
          </ac:spMkLst>
        </pc:spChg>
      </pc:sldChg>
      <pc:sldChg chg="modSp">
        <pc:chgData name="Chen, Junzhe" userId="S::zceejc3@ucl.ac.uk::b455f2ed-0183-42f9-9a9c-6341191de9ef" providerId="AD" clId="Web-{F1B1C4A5-EA77-0E30-F047-196B291203C0}" dt="2024-06-28T22:32:16.062" v="125" actId="20577"/>
        <pc:sldMkLst>
          <pc:docMk/>
          <pc:sldMk cId="513321084" sldId="258"/>
        </pc:sldMkLst>
        <pc:spChg chg="mod">
          <ac:chgData name="Chen, Junzhe" userId="S::zceejc3@ucl.ac.uk::b455f2ed-0183-42f9-9a9c-6341191de9ef" providerId="AD" clId="Web-{F1B1C4A5-EA77-0E30-F047-196B291203C0}" dt="2024-06-28T22:32:16.062" v="125" actId="20577"/>
          <ac:spMkLst>
            <pc:docMk/>
            <pc:sldMk cId="513321084" sldId="258"/>
            <ac:spMk id="3" creationId="{4CA6723D-12A2-D93F-AFFF-B8B0A3C6C8DC}"/>
          </ac:spMkLst>
        </pc:spChg>
      </pc:sldChg>
      <pc:sldChg chg="modSp">
        <pc:chgData name="Chen, Junzhe" userId="S::zceejc3@ucl.ac.uk::b455f2ed-0183-42f9-9a9c-6341191de9ef" providerId="AD" clId="Web-{F1B1C4A5-EA77-0E30-F047-196B291203C0}" dt="2024-06-28T22:17:50.577" v="119" actId="20577"/>
        <pc:sldMkLst>
          <pc:docMk/>
          <pc:sldMk cId="2207940" sldId="259"/>
        </pc:sldMkLst>
        <pc:spChg chg="mod">
          <ac:chgData name="Chen, Junzhe" userId="S::zceejc3@ucl.ac.uk::b455f2ed-0183-42f9-9a9c-6341191de9ef" providerId="AD" clId="Web-{F1B1C4A5-EA77-0E30-F047-196B291203C0}" dt="2024-06-28T22:17:50.577" v="119" actId="20577"/>
          <ac:spMkLst>
            <pc:docMk/>
            <pc:sldMk cId="2207940" sldId="259"/>
            <ac:spMk id="3" creationId="{A57EF3DE-3179-6105-6076-33FD4B3F3E61}"/>
          </ac:spMkLst>
        </pc:spChg>
      </pc:sldChg>
      <pc:sldChg chg="modSp">
        <pc:chgData name="Chen, Junzhe" userId="S::zceejc3@ucl.ac.uk::b455f2ed-0183-42f9-9a9c-6341191de9ef" providerId="AD" clId="Web-{F1B1C4A5-EA77-0E30-F047-196B291203C0}" dt="2024-06-28T22:32:10.608" v="122" actId="20577"/>
        <pc:sldMkLst>
          <pc:docMk/>
          <pc:sldMk cId="1240527131" sldId="265"/>
        </pc:sldMkLst>
        <pc:spChg chg="mod">
          <ac:chgData name="Chen, Junzhe" userId="S::zceejc3@ucl.ac.uk::b455f2ed-0183-42f9-9a9c-6341191de9ef" providerId="AD" clId="Web-{F1B1C4A5-EA77-0E30-F047-196B291203C0}" dt="2024-06-28T22:32:10.608" v="122" actId="20577"/>
          <ac:spMkLst>
            <pc:docMk/>
            <pc:sldMk cId="1240527131" sldId="265"/>
            <ac:spMk id="3" creationId="{C972F03A-59A4-A97D-F644-F3E85AE56DF1}"/>
          </ac:spMkLst>
        </pc:spChg>
      </pc:sldChg>
      <pc:sldChg chg="modSp">
        <pc:chgData name="Chen, Junzhe" userId="S::zceejc3@ucl.ac.uk::b455f2ed-0183-42f9-9a9c-6341191de9ef" providerId="AD" clId="Web-{F1B1C4A5-EA77-0E30-F047-196B291203C0}" dt="2024-06-28T22:13:58.548" v="19" actId="20577"/>
        <pc:sldMkLst>
          <pc:docMk/>
          <pc:sldMk cId="115333945" sldId="266"/>
        </pc:sldMkLst>
        <pc:spChg chg="mod">
          <ac:chgData name="Chen, Junzhe" userId="S::zceejc3@ucl.ac.uk::b455f2ed-0183-42f9-9a9c-6341191de9ef" providerId="AD" clId="Web-{F1B1C4A5-EA77-0E30-F047-196B291203C0}" dt="2024-06-28T22:13:58.548" v="19" actId="20577"/>
          <ac:spMkLst>
            <pc:docMk/>
            <pc:sldMk cId="115333945" sldId="266"/>
            <ac:spMk id="3" creationId="{170B20A5-B9AF-4881-C66A-378984237B2A}"/>
          </ac:spMkLst>
        </pc:spChg>
      </pc:sldChg>
      <pc:sldChg chg="modSp ord">
        <pc:chgData name="Chen, Junzhe" userId="S::zceejc3@ucl.ac.uk::b455f2ed-0183-42f9-9a9c-6341191de9ef" providerId="AD" clId="Web-{F1B1C4A5-EA77-0E30-F047-196B291203C0}" dt="2024-06-28T22:17:17.107" v="111" actId="20577"/>
        <pc:sldMkLst>
          <pc:docMk/>
          <pc:sldMk cId="1625519898" sldId="267"/>
        </pc:sldMkLst>
        <pc:spChg chg="mod">
          <ac:chgData name="Chen, Junzhe" userId="S::zceejc3@ucl.ac.uk::b455f2ed-0183-42f9-9a9c-6341191de9ef" providerId="AD" clId="Web-{F1B1C4A5-EA77-0E30-F047-196B291203C0}" dt="2024-06-28T22:17:17.107" v="111" actId="20577"/>
          <ac:spMkLst>
            <pc:docMk/>
            <pc:sldMk cId="1625519898" sldId="267"/>
            <ac:spMk id="3" creationId="{AEE8BB2E-794F-0690-CDD1-A8962D28232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1E4B9-4E63-D79D-E14F-62FD473A3F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BC6C2-2CE0-CD96-4FCF-E5342B57D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C217AC-7EB6-A42B-52E6-8784EF75F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F6AE6-D4D5-8697-A2FC-EA5645BB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D1CA25-4392-A3FB-74BC-026108C1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837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A1E18-2012-271B-4058-AB1904A06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B2689-9C7B-0E25-170B-CF82C94CF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24B9E0-CF3A-B467-C823-0E6132994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C2B23-7BEA-46B7-E9F8-172518752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594F9-18AB-ABA1-04F1-F8DBDA63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091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97C86-1794-9D8E-3542-6D8A4F60F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3C4E9-7FC9-D241-4570-5D595B60E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6C3C7C-3A6F-77A1-8D09-5C074F406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33531-59E2-DA2B-8FF3-D2F1EA5AD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9363DC-D1CA-92C3-0925-8950B6C48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68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10B5A-2EAB-9976-7188-577BA284F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6D7E0D-FACD-3956-02FF-C34E185A68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85AE93-3F8F-E513-19F2-2F33E96ED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099249-CCD6-312B-267F-9A1D64298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D6F672-2B94-21F4-86C2-79F36DF09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D370AB-C9C7-E778-D8CE-35B9335A1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25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4D774-AB55-134D-9977-396115A77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112FD-F575-7A19-6457-AF1839705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01123A-D5C4-0DD0-248A-444AAEF7B7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F5DC38-BB43-7EC7-5A60-BB367A6E4E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48AA8A-CD34-47DF-B6BE-264754A998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AB775C-5D37-72B9-5EB7-935DEA5B19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26A82-F992-1371-3DDD-32B23C278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D860FE-B92B-7AF1-F151-8C3DDF8B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3493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E80CB-4401-FE95-E820-C93E43BFF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1D35F7-D155-C682-2D9F-23F164C5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D68CE8-D9F7-9564-80AC-B2DFB85ED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7A27B6-587B-1AB0-ED9E-600BF1AF1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6815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D92270-BE06-407B-0C51-243C5CEF8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FDF328-3558-F896-6839-67D74DD6D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8AF7F-A168-BC43-8435-37E99F2C1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2850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F6FFA-52CF-1592-9467-7F87C4583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21D09-329F-3AB2-B780-3343D06AA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896C91-6244-394B-6E3B-7F6A64190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97905-241F-A516-DA7E-341B3D7FC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C2A3E2-5116-E327-963C-F531694B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576A20-6A6F-06F8-5E78-450AD2DEC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80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0E082-99A9-24EC-1417-4BEBAD6EE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0D61FC-AE55-0C1F-57B9-0E91CE048E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5F73B3-F858-FC11-5921-0651843FCB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EAEAC9-5B68-CA38-E38E-4F453CE68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7EA028-883E-CF78-B0AC-18CBA084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A7B7FE-92BD-DFAA-7C1A-6FC823D6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8069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96C8B-C800-75D9-61EA-9256C683B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E5212-3B89-086F-260E-7608388EC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2B8ED5-B1F9-7467-39D8-53ADA75A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230B9-24D0-CE01-C0FB-7996E655A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0795E9-6961-DA11-89D3-988D14917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43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CC6E43-682B-6742-C714-2276AAB044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C40928-830A-701C-57C1-7EAA199B40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C0380-F184-01E8-B293-7D6BE44B6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EC8C0-38E2-EAD7-8D7F-7BFB37994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65C3A-BD15-B6AC-6A52-6298A2A0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0938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534BC1-EE93-0A33-AE42-C889AAC4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92E83C-7832-3719-A3F9-AFE533509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CD5DE-88F6-EE51-9924-101DFBD36E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7165D-4BB9-44CF-A761-79976411C943}" type="datetimeFigureOut">
              <a:rPr lang="en-GB" smtClean="0"/>
              <a:t>29/06/2024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8673B8-9760-2D0D-4666-0BCAC9955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C254D-32ED-6018-E5AA-D818327A35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5A70D0-6F35-4F5D-80A4-4B852124917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6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3667-CC0D-A7E4-B13E-8644D3A3E3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Open Day Robot Demo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34B9D4-D8B3-AB7E-29F5-FF30D31BA7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29</a:t>
            </a:r>
            <a:r>
              <a:rPr lang="en-US" baseline="30000" dirty="0"/>
              <a:t>th</a:t>
            </a:r>
            <a:r>
              <a:rPr lang="en-US" dirty="0"/>
              <a:t> June 2024</a:t>
            </a:r>
          </a:p>
          <a:p>
            <a:r>
              <a:rPr lang="en-US" dirty="0"/>
              <a:t>Junzhe Chen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4862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79F26-528E-2E84-BCD8-1F17305F1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blocks of the robot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4F5AF-90D4-EA75-65ED-B078C70636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Wheels that controls the motion</a:t>
            </a:r>
          </a:p>
          <a:p>
            <a:pPr lvl="1"/>
            <a:r>
              <a:rPr lang="en-US" dirty="0"/>
              <a:t>Forward and backward</a:t>
            </a:r>
          </a:p>
          <a:p>
            <a:pPr lvl="1"/>
            <a:r>
              <a:rPr lang="en-US" dirty="0"/>
              <a:t>Left and right</a:t>
            </a:r>
          </a:p>
          <a:p>
            <a:pPr lvl="1"/>
            <a:r>
              <a:rPr lang="en-US" dirty="0"/>
              <a:t>Speed adjustment by PWM</a:t>
            </a:r>
          </a:p>
          <a:p>
            <a:r>
              <a:rPr lang="en-US" dirty="0"/>
              <a:t>Buttons to indicate whether the robot hit the wall</a:t>
            </a:r>
          </a:p>
          <a:p>
            <a:r>
              <a:rPr lang="en-US" dirty="0"/>
              <a:t>Ultrasonic sensors to measure the distance</a:t>
            </a:r>
          </a:p>
        </p:txBody>
      </p:sp>
      <p:pic>
        <p:nvPicPr>
          <p:cNvPr id="11" name="Picture 10" descr="A picture containing toy, auto part, engineering, machine&#10;&#10;Description automatically generated">
            <a:extLst>
              <a:ext uri="{FF2B5EF4-FFF2-40B4-BE49-F238E27FC236}">
                <a16:creationId xmlns:a16="http://schemas.microsoft.com/office/drawing/2014/main" id="{A0A214BD-ADFD-EF19-FAEB-2358B75A8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99" y="4592570"/>
            <a:ext cx="2842003" cy="2131502"/>
          </a:xfrm>
          <a:prstGeom prst="rect">
            <a:avLst/>
          </a:prstGeom>
        </p:spPr>
      </p:pic>
      <p:pic>
        <p:nvPicPr>
          <p:cNvPr id="13" name="Picture 12" descr="A picture containing auto part, machine, wheel, toy&#10;&#10;Description automatically generated">
            <a:extLst>
              <a:ext uri="{FF2B5EF4-FFF2-40B4-BE49-F238E27FC236}">
                <a16:creationId xmlns:a16="http://schemas.microsoft.com/office/drawing/2014/main" id="{4E8FBEA7-AE96-709D-6DBB-53A53D4AB8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799" y="4592571"/>
            <a:ext cx="2842001" cy="2131501"/>
          </a:xfrm>
          <a:prstGeom prst="rect">
            <a:avLst/>
          </a:prstGeom>
        </p:spPr>
      </p:pic>
      <p:pic>
        <p:nvPicPr>
          <p:cNvPr id="15" name="Picture 14" descr="A picture containing electronics, electronic engineering, circuit component, electronic component&#10;&#10;Description automatically generated">
            <a:extLst>
              <a:ext uri="{FF2B5EF4-FFF2-40B4-BE49-F238E27FC236}">
                <a16:creationId xmlns:a16="http://schemas.microsoft.com/office/drawing/2014/main" id="{5AB78DB8-CD1B-1DC1-9B7B-94574B090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4999" y="4592570"/>
            <a:ext cx="2842002" cy="2131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1740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C390A-8580-CDCF-2553-A3E76E7F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upload the code onto Arduino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B20A5-B9AF-4881-C66A-378984237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i="1" dirty="0">
                <a:cs typeface="Calibri"/>
              </a:rPr>
              <a:t>Please have a read on the instruction on the table</a:t>
            </a:r>
            <a:endParaRPr lang="en-GB" dirty="0">
              <a:cs typeface="Calibri"/>
            </a:endParaRPr>
          </a:p>
          <a:p>
            <a:r>
              <a:rPr lang="en-GB" dirty="0">
                <a:cs typeface="Calibri"/>
              </a:rPr>
              <a:t>Go </a:t>
            </a:r>
            <a:r>
              <a:rPr lang="en-GB" dirty="0"/>
              <a:t>to </a:t>
            </a:r>
            <a:r>
              <a:rPr lang="en-GB" dirty="0">
                <a:solidFill>
                  <a:srgbClr val="FF0000"/>
                </a:solidFill>
                <a:latin typeface="Consolas"/>
                <a:cs typeface="DilleniaUPC"/>
              </a:rPr>
              <a:t>File/Examples/01.Basics/Blink </a:t>
            </a:r>
            <a:r>
              <a:rPr lang="en-GB" dirty="0"/>
              <a:t>as the test program</a:t>
            </a:r>
            <a:endParaRPr lang="en-US">
              <a:cs typeface="Calibri"/>
            </a:endParaRPr>
          </a:p>
          <a:p>
            <a:r>
              <a:rPr lang="en-GB" dirty="0"/>
              <a:t>Go to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Tools/Board</a:t>
            </a:r>
            <a:r>
              <a:rPr lang="en-GB" dirty="0"/>
              <a:t>, select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Arduino Uno</a:t>
            </a:r>
          </a:p>
          <a:p>
            <a:r>
              <a:rPr lang="en-GB" dirty="0"/>
              <a:t>Press the right arrow key (or &lt;Ctrl-u&gt;) to upload the code</a:t>
            </a:r>
          </a:p>
          <a:p>
            <a:r>
              <a:rPr lang="en-GB" dirty="0"/>
              <a:t>Then, you will see the built-in LED blinking </a:t>
            </a:r>
          </a:p>
          <a:p>
            <a:pPr lvl="1"/>
            <a:r>
              <a:rPr lang="en-GB" dirty="0"/>
              <a:t>The LED is around </a:t>
            </a:r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PIN_13</a:t>
            </a:r>
          </a:p>
        </p:txBody>
      </p:sp>
    </p:spTree>
    <p:extLst>
      <p:ext uri="{BB962C8B-B14F-4D97-AF65-F5344CB8AC3E}">
        <p14:creationId xmlns:p14="http://schemas.microsoft.com/office/powerpoint/2010/main" val="115333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E11B1-4754-FA79-A923-E3263483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Where to put your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2F03A-59A4-A97D-F644-F3E85AE56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Search for </a:t>
            </a:r>
            <a:r>
              <a:rPr lang="en-GB" dirty="0">
                <a:solidFill>
                  <a:schemeClr val="accent2"/>
                </a:solidFill>
                <a:latin typeface="Consolas"/>
              </a:rPr>
              <a:t>void loop(){...} </a:t>
            </a:r>
            <a:r>
              <a:rPr lang="en-GB" dirty="0"/>
              <a:t>function (manually or by &lt;Ctrl-f&gt;)</a:t>
            </a:r>
          </a:p>
          <a:p>
            <a:r>
              <a:rPr lang="en-GB" dirty="0"/>
              <a:t>Put your codes inside the curly bracket</a:t>
            </a:r>
          </a:p>
          <a:p>
            <a:pPr lvl="1"/>
            <a:r>
              <a:rPr lang="en-GB" dirty="0"/>
              <a:t>{</a:t>
            </a:r>
          </a:p>
          <a:p>
            <a:pPr lvl="2"/>
            <a:r>
              <a:rPr lang="en-GB" dirty="0"/>
              <a:t>Your codes goes here</a:t>
            </a:r>
          </a:p>
          <a:p>
            <a:pPr lvl="1"/>
            <a:r>
              <a:rPr lang="en-GB" dirty="0"/>
              <a:t>}</a:t>
            </a:r>
          </a:p>
          <a:p>
            <a:r>
              <a:rPr lang="en-GB" dirty="0"/>
              <a:t>Press upload (or &lt;Ctrl-u&gt;) to upload the codes onto Arduino</a:t>
            </a:r>
          </a:p>
          <a:p>
            <a:endParaRPr lang="en-GB" dirty="0">
              <a:highlight>
                <a:srgbClr val="C0C0C0"/>
              </a:highlight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4052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23FB6-4088-A469-53E6-9B924BD89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operate the robot - movement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A6723D-12A2-D93F-AFFF-B8B0A3C6C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There are few functions that are made to control the robot’s movement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moving_forward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moving_backward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moving_left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moving_right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stop_moving_horizontal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stop_moving_forward_backward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</a:p>
          <a:p>
            <a:endParaRPr lang="en-GB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r>
              <a:rPr lang="en-GB">
                <a:solidFill>
                  <a:srgbClr val="000000"/>
                </a:solidFill>
                <a:highlight>
                  <a:srgbClr val="C0C0C0"/>
                </a:highlight>
                <a:latin typeface="Calibri"/>
                <a:cs typeface="Calibri"/>
              </a:rPr>
              <a:t>Practice: Make the robot move in a square, e.g. right-down-left-up</a:t>
            </a:r>
            <a:endParaRPr lang="en-GB">
              <a:solidFill>
                <a:srgbClr val="000000"/>
              </a:solidFill>
              <a:latin typeface="Calibri"/>
              <a:cs typeface="Calibri"/>
            </a:endParaRPr>
          </a:p>
          <a:p>
            <a:endParaRPr lang="en-GB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endParaRPr lang="en-GB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endParaRPr lang="en-GB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endParaRPr lang="en-GB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endParaRPr lang="en-GB" dirty="0">
              <a:solidFill>
                <a:srgbClr val="DAE3E3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GB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332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75BA5-06D3-7A8C-5289-978687A3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Serial Comms: Talking between Arduino and Computer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8BB2E-794F-0690-CDD1-A8962D282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Go to </a:t>
            </a:r>
            <a:r>
              <a:rPr lang="en-GB" dirty="0">
                <a:solidFill>
                  <a:srgbClr val="FF0000"/>
                </a:solidFill>
              </a:rPr>
              <a:t>Tools/Serial Monitor </a:t>
            </a:r>
            <a:r>
              <a:rPr lang="en-GB" dirty="0"/>
              <a:t>or press </a:t>
            </a:r>
            <a:r>
              <a:rPr lang="en-GB" dirty="0">
                <a:solidFill>
                  <a:srgbClr val="FF0000"/>
                </a:solidFill>
              </a:rPr>
              <a:t>&lt;Ctrl-Shift-M&gt;</a:t>
            </a:r>
          </a:p>
          <a:p>
            <a:r>
              <a:rPr lang="en-GB" dirty="0"/>
              <a:t>To print out something, use </a:t>
            </a:r>
            <a:r>
              <a:rPr lang="en-GB" dirty="0" err="1">
                <a:solidFill>
                  <a:srgbClr val="FF0000"/>
                </a:solidFill>
              </a:rPr>
              <a:t>Serial.print</a:t>
            </a:r>
            <a:r>
              <a:rPr lang="en-GB" dirty="0">
                <a:solidFill>
                  <a:srgbClr val="FF0000"/>
                </a:solidFill>
              </a:rPr>
              <a:t> (</a:t>
            </a:r>
            <a:r>
              <a:rPr lang="en-US" dirty="0">
                <a:solidFill>
                  <a:srgbClr val="FF0000"/>
                </a:solidFill>
              </a:rPr>
              <a:t>“”</a:t>
            </a:r>
            <a:r>
              <a:rPr lang="en-GB" dirty="0">
                <a:solidFill>
                  <a:srgbClr val="FF0000"/>
                </a:solidFill>
              </a:rPr>
              <a:t>)</a:t>
            </a:r>
            <a:r>
              <a:rPr lang="en-GB" dirty="0"/>
              <a:t>; To print a line, use </a:t>
            </a:r>
            <a:r>
              <a:rPr lang="en-GB" dirty="0" err="1">
                <a:solidFill>
                  <a:srgbClr val="FF0000"/>
                </a:solidFill>
              </a:rPr>
              <a:t>Serial.println</a:t>
            </a:r>
            <a:r>
              <a:rPr lang="en-GB" dirty="0">
                <a:solidFill>
                  <a:srgbClr val="FF0000"/>
                </a:solidFill>
              </a:rPr>
              <a:t> (“”)</a:t>
            </a:r>
            <a:r>
              <a:rPr lang="en-GB" dirty="0"/>
              <a:t>.</a:t>
            </a:r>
          </a:p>
          <a:p>
            <a:endParaRPr lang="en-GB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6255198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90879-3AEE-486B-A475-3C83FB910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operate the robot - Buttons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EF3DE-3179-6105-6076-33FD4B3F3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cs typeface="Calibri"/>
              </a:rPr>
              <a:t>Function </a:t>
            </a:r>
            <a:r>
              <a:rPr lang="en-US" err="1">
                <a:solidFill>
                  <a:schemeClr val="accent2"/>
                </a:solidFill>
                <a:latin typeface="Consolas"/>
                <a:cs typeface="Calibri"/>
              </a:rPr>
              <a:t>button_state</a:t>
            </a:r>
            <a:r>
              <a:rPr lang="en-US" dirty="0">
                <a:solidFill>
                  <a:schemeClr val="accent2"/>
                </a:solidFill>
                <a:latin typeface="Consolas"/>
                <a:cs typeface="Calibri"/>
              </a:rPr>
              <a:t>(); </a:t>
            </a:r>
            <a:r>
              <a:rPr lang="en-US" dirty="0">
                <a:cs typeface="Calibri"/>
              </a:rPr>
              <a:t>reads the state of the button </a:t>
            </a:r>
            <a:endParaRPr lang="en-US" dirty="0"/>
          </a:p>
          <a:p>
            <a:r>
              <a:rPr lang="en-US" dirty="0"/>
              <a:t>Open the serial monitor in Arduino, push the button to see what will happen</a:t>
            </a:r>
            <a:endParaRPr lang="en-US"/>
          </a:p>
          <a:p>
            <a:r>
              <a:rPr lang="en-US" dirty="0"/>
              <a:t>When left button is pressed, the </a:t>
            </a:r>
            <a:r>
              <a:rPr lang="en-US" dirty="0">
                <a:solidFill>
                  <a:schemeClr val="accent2"/>
                </a:solidFill>
                <a:latin typeface="Consolas"/>
              </a:rPr>
              <a:t>DIRECTION_STATE </a:t>
            </a:r>
            <a:r>
              <a:rPr lang="en-US" dirty="0"/>
              <a:t>will be 1</a:t>
            </a:r>
          </a:p>
          <a:p>
            <a:r>
              <a:rPr lang="en-US" dirty="0"/>
              <a:t>When right button is pressed, the </a:t>
            </a:r>
            <a:r>
              <a:rPr lang="en-US" dirty="0">
                <a:solidFill>
                  <a:schemeClr val="accent2"/>
                </a:solidFill>
                <a:latin typeface="Consolas"/>
              </a:rPr>
              <a:t>DIRECTION_STATE </a:t>
            </a:r>
            <a:r>
              <a:rPr lang="en-US" dirty="0"/>
              <a:t>will be 0</a:t>
            </a:r>
          </a:p>
          <a:p>
            <a:r>
              <a:rPr lang="en-US" i="1" dirty="0">
                <a:cs typeface="Calibri"/>
              </a:rPr>
              <a:t>N.B. I distinguish left and right by putting the ultrasonic sensor facing in front of me, you might find inverting it easier to understand</a:t>
            </a:r>
          </a:p>
          <a:p>
            <a:endParaRPr lang="en-US" i="1" dirty="0">
              <a:cs typeface="Calibri"/>
            </a:endParaRPr>
          </a:p>
          <a:p>
            <a:r>
              <a:rPr lang="en-GB" dirty="0">
                <a:highlight>
                  <a:srgbClr val="C0C0C0"/>
                </a:highlight>
                <a:cs typeface="Calibri"/>
              </a:rPr>
              <a:t>Exercise: Try to press the button to see the output from the serial monitor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9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63FEB-2033-4BB5-2AF0-56E47AFB8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operate the robot – Ultrasonic sensor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F6A41-1F5A-DE6A-E5A1-AD171ECD8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Use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distance_measurement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  <a:r>
              <a:rPr lang="en-GB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dirty="0"/>
              <a:t>function that can read values every 100 milliseconds</a:t>
            </a:r>
          </a:p>
          <a:p>
            <a:r>
              <a:rPr lang="en-US" dirty="0"/>
              <a:t>Open Serial monitor to see the distance measured by the ultrasonic sensor</a:t>
            </a:r>
          </a:p>
          <a:p>
            <a:r>
              <a:rPr lang="en-US" dirty="0"/>
              <a:t>Cannot measure the distance which is too far away (max distance measurement around 2m)</a:t>
            </a:r>
          </a:p>
          <a:p>
            <a:r>
              <a:rPr lang="en-US" dirty="0"/>
              <a:t>Use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distance_cm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dirty="0"/>
              <a:t>to obtain the measured distance</a:t>
            </a:r>
          </a:p>
          <a:p>
            <a:r>
              <a:rPr lang="en-US" dirty="0"/>
              <a:t>* How the Arduino calculate the distance?</a:t>
            </a:r>
          </a:p>
          <a:p>
            <a:pPr lvl="1"/>
            <a:r>
              <a:rPr lang="en-US" dirty="0"/>
              <a:t>Hint: What is the speed of Sound in the air</a:t>
            </a:r>
          </a:p>
          <a:p>
            <a:pPr lvl="1"/>
            <a:endParaRPr lang="en-US" dirty="0"/>
          </a:p>
          <a:p>
            <a:r>
              <a:rPr lang="en-US" dirty="0">
                <a:highlight>
                  <a:srgbClr val="C0C0C0"/>
                </a:highlight>
              </a:rPr>
              <a:t>Exercise: Try to read distance from the Serial Monitor</a:t>
            </a:r>
            <a:endParaRPr lang="en-GB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13460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CA8023-2114-71AF-3ADA-47D69C1E425F}"/>
              </a:ext>
            </a:extLst>
          </p:cNvPr>
          <p:cNvSpPr/>
          <p:nvPr/>
        </p:nvSpPr>
        <p:spPr>
          <a:xfrm>
            <a:off x="894320" y="1701690"/>
            <a:ext cx="5797104" cy="418874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E90128-1463-4A39-9F4F-AEEB31BE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logic – </a:t>
            </a:r>
            <a:r>
              <a:rPr lang="en-GB" dirty="0">
                <a:latin typeface="Consolas" panose="020B0609020204030204" pitchFamily="49" charset="0"/>
              </a:rPr>
              <a:t>if else </a:t>
            </a:r>
            <a:r>
              <a:rPr lang="en-GB" dirty="0" err="1"/>
              <a:t>statesment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3795-6AFE-C2E3-AD4B-FF0E3223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78836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</a:t>
            </a:r>
            <a:r>
              <a:rPr lang="en-GB" sz="2400" dirty="0">
                <a:solidFill>
                  <a:schemeClr val="accent2"/>
                </a:solidFill>
                <a:latin typeface="Consolas" panose="020B0609020204030204" pitchFamily="49" charset="0"/>
              </a:rPr>
              <a:t>if</a:t>
            </a:r>
            <a:r>
              <a:rPr lang="en-GB" sz="2400" dirty="0">
                <a:latin typeface="Consolas" panose="020B0609020204030204" pitchFamily="49" charset="0"/>
              </a:rPr>
              <a:t> (condition 1 is true) {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	perform action 1;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	perform action 2;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} </a:t>
            </a:r>
            <a:r>
              <a:rPr lang="en-GB" sz="2400" dirty="0">
                <a:solidFill>
                  <a:schemeClr val="accent2"/>
                </a:solidFill>
                <a:latin typeface="Consolas" panose="020B0609020204030204" pitchFamily="49" charset="0"/>
              </a:rPr>
              <a:t>else if</a:t>
            </a:r>
            <a:r>
              <a:rPr lang="en-GB" sz="2400" dirty="0">
                <a:latin typeface="Consolas" panose="020B0609020204030204" pitchFamily="49" charset="0"/>
              </a:rPr>
              <a:t> (condition 2 is true) {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	perform action 3;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} </a:t>
            </a:r>
            <a:r>
              <a:rPr lang="en-GB" sz="2400" dirty="0">
                <a:solidFill>
                  <a:schemeClr val="accent2"/>
                </a:solidFill>
                <a:latin typeface="Consolas" panose="020B0609020204030204" pitchFamily="49" charset="0"/>
              </a:rPr>
              <a:t>else</a:t>
            </a:r>
            <a:r>
              <a:rPr lang="en-GB" sz="24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	perform action 4;</a:t>
            </a:r>
          </a:p>
          <a:p>
            <a:pPr marL="0" indent="0">
              <a:buNone/>
            </a:pPr>
            <a:r>
              <a:rPr lang="en-GB" sz="2400" dirty="0">
                <a:latin typeface="Consolas" panose="020B0609020204030204" pitchFamily="49" charset="0"/>
              </a:rPr>
              <a:t> 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BB60C5-004F-8E1C-3DE7-7838AA6C793D}"/>
              </a:ext>
            </a:extLst>
          </p:cNvPr>
          <p:cNvSpPr txBox="1"/>
          <p:nvPr/>
        </p:nvSpPr>
        <p:spPr>
          <a:xfrm>
            <a:off x="6691424" y="1714955"/>
            <a:ext cx="482009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Try to design the feedback system for the  ultrasonic sensor reading data</a:t>
            </a:r>
          </a:p>
          <a:p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4cm -&gt; Too close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Between 4cm and 6cm -&gt; OK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More than 6cm -&gt; Too far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400" dirty="0"/>
          </a:p>
          <a:p>
            <a:r>
              <a:rPr lang="en-GB" sz="2400" dirty="0" err="1">
                <a:solidFill>
                  <a:srgbClr val="F39C12"/>
                </a:solidFill>
                <a:latin typeface="Consolas" panose="020B0609020204030204" pitchFamily="49" charset="0"/>
              </a:rPr>
              <a:t>Serial.println</a:t>
            </a:r>
            <a:r>
              <a:rPr lang="en-GB" sz="2400" dirty="0">
                <a:solidFill>
                  <a:srgbClr val="F39C12"/>
                </a:solidFill>
                <a:latin typeface="Consolas" panose="020B0609020204030204" pitchFamily="49" charset="0"/>
              </a:rPr>
              <a:t> </a:t>
            </a:r>
            <a:r>
              <a:rPr lang="en-GB" sz="2400" dirty="0">
                <a:latin typeface="Consolas" panose="020B0609020204030204" pitchFamily="49" charset="0"/>
              </a:rPr>
              <a:t>(‘’); </a:t>
            </a:r>
            <a:r>
              <a:rPr lang="en-GB" sz="2400" dirty="0"/>
              <a:t>can be used to print out the text in the serial monitor</a:t>
            </a:r>
          </a:p>
        </p:txBody>
      </p:sp>
    </p:spTree>
    <p:extLst>
      <p:ext uri="{BB962C8B-B14F-4D97-AF65-F5344CB8AC3E}">
        <p14:creationId xmlns:p14="http://schemas.microsoft.com/office/powerpoint/2010/main" val="2838489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1901F9F-3AD6-F6DB-4F73-2AE41EF84CF0}"/>
              </a:ext>
            </a:extLst>
          </p:cNvPr>
          <p:cNvSpPr/>
          <p:nvPr/>
        </p:nvSpPr>
        <p:spPr>
          <a:xfrm>
            <a:off x="1078029" y="4059977"/>
            <a:ext cx="10275771" cy="224268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E7BA6A-D1DB-5736-3ED9-8752B28FD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offset techniques: the </a:t>
            </a:r>
            <a:r>
              <a:rPr lang="en-GB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en-GB" b="0" dirty="0">
                <a:effectLst/>
                <a:latin typeface="Consolas" panose="020B0609020204030204" pitchFamily="49" charset="0"/>
              </a:rPr>
              <a:t>();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F6563-AFB2-DCF8-3F3B-4CA75D839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77039"/>
          </a:xfrm>
        </p:spPr>
        <p:txBody>
          <a:bodyPr>
            <a:normAutofit/>
          </a:bodyPr>
          <a:lstStyle/>
          <a:p>
            <a:r>
              <a:rPr lang="en-US" sz="2600" dirty="0"/>
              <a:t>Internal clock that will start running when the Arduino is powered</a:t>
            </a:r>
          </a:p>
          <a:p>
            <a:r>
              <a:rPr lang="en-US" sz="2600" dirty="0"/>
              <a:t>Set it to start when you want to start the offset timing (e.g. detecting a gap) by giving the </a:t>
            </a:r>
            <a:r>
              <a:rPr lang="en-GB" sz="2400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millis</a:t>
            </a:r>
            <a:r>
              <a:rPr lang="en-US" sz="2600" dirty="0"/>
              <a:t> value to </a:t>
            </a:r>
            <a:r>
              <a:rPr lang="en-GB" sz="2600" b="0" dirty="0" err="1">
                <a:effectLst/>
                <a:latin typeface="Consolas" panose="020B0609020204030204" pitchFamily="49" charset="0"/>
              </a:rPr>
              <a:t>currentMillis</a:t>
            </a:r>
            <a:endParaRPr lang="en-GB" sz="2600" b="0" dirty="0">
              <a:effectLst/>
              <a:latin typeface="Consolas" panose="020B0609020204030204" pitchFamily="49" charset="0"/>
            </a:endParaRPr>
          </a:p>
          <a:p>
            <a:r>
              <a:rPr lang="en-US" sz="2600" dirty="0"/>
              <a:t>Writing an </a:t>
            </a:r>
            <a:r>
              <a:rPr lang="en-US" sz="2600" dirty="0">
                <a:latin typeface="Consolas" panose="020B0609020204030204" pitchFamily="49" charset="0"/>
              </a:rPr>
              <a:t>if</a:t>
            </a:r>
            <a:r>
              <a:rPr lang="en-US" sz="2600" dirty="0"/>
              <a:t> statement to check whether the time exceeds the time offset</a:t>
            </a:r>
          </a:p>
          <a:p>
            <a:r>
              <a:rPr lang="en-GB" sz="2600" dirty="0"/>
              <a:t>Example:</a:t>
            </a:r>
          </a:p>
          <a:p>
            <a:pPr marL="0" indent="0">
              <a:buNone/>
            </a:pPr>
            <a:r>
              <a:rPr lang="en-GB" sz="2400" dirty="0"/>
              <a:t>    </a:t>
            </a:r>
            <a:r>
              <a:rPr lang="en-GB" sz="2000" dirty="0" err="1">
                <a:latin typeface="Consolas" panose="020B0609020204030204" pitchFamily="49" charset="0"/>
              </a:rPr>
              <a:t>startMillis</a:t>
            </a:r>
            <a:r>
              <a:rPr lang="en-GB" sz="2000" dirty="0">
                <a:latin typeface="Consolas" panose="020B0609020204030204" pitchFamily="49" charset="0"/>
              </a:rPr>
              <a:t> = </a:t>
            </a:r>
            <a:r>
              <a:rPr lang="en-GB" sz="2000" dirty="0" err="1">
                <a:latin typeface="Consolas" panose="020B0609020204030204" pitchFamily="49" charset="0"/>
              </a:rPr>
              <a:t>millis</a:t>
            </a:r>
            <a:r>
              <a:rPr lang="en-GB" sz="2000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(condition 1) {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currentMillis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- </a:t>
            </a:r>
            <a:r>
              <a:rPr lang="en-US" sz="2000" b="0" dirty="0" err="1">
                <a:effectLst/>
                <a:latin typeface="Consolas" panose="020B0609020204030204" pitchFamily="49" charset="0"/>
              </a:rPr>
              <a:t>startMillis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 &gt;= OFFSET_TIME) {</a:t>
            </a:r>
            <a:endParaRPr lang="en-US" sz="2000" b="0" dirty="0">
              <a:solidFill>
                <a:srgbClr val="DAE3E3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2000" b="0" dirty="0" err="1">
                <a:solidFill>
                  <a:srgbClr val="F39C12"/>
                </a:solidFill>
                <a:effectLst/>
                <a:latin typeface="Consolas" panose="020B0609020204030204" pitchFamily="49" charset="0"/>
              </a:rPr>
              <a:t>moving_forward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(); </a:t>
            </a:r>
            <a:r>
              <a:rPr lang="en-US" sz="2000" b="0" dirty="0">
                <a:solidFill>
                  <a:srgbClr val="7F8C8D"/>
                </a:solidFill>
                <a:effectLst/>
                <a:latin typeface="Consolas" panose="020B0609020204030204" pitchFamily="49" charset="0"/>
              </a:rPr>
              <a:t> </a:t>
            </a:r>
          </a:p>
          <a:p>
            <a:pPr marL="0" indent="0">
              <a:buNone/>
            </a:pPr>
            <a:r>
              <a:rPr lang="en-US" sz="2000" b="0" dirty="0">
                <a:solidFill>
                  <a:srgbClr val="DAE3E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000" b="0" dirty="0"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6806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99CC8-9398-BC7C-A896-340CB6F9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Further improvements?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1BE63-A400-11B4-006E-5E0363B745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Moving diagonally to make it solve the maze faster</a:t>
            </a:r>
          </a:p>
          <a:p>
            <a:r>
              <a:rPr lang="en-GB" dirty="0"/>
              <a:t>Is it a gap? Or is it just the robot not in the middle of the lane?</a:t>
            </a:r>
          </a:p>
          <a:p>
            <a:r>
              <a:rPr lang="en-GB" dirty="0"/>
              <a:t>How to make sure that the robot is </a:t>
            </a:r>
            <a:r>
              <a:rPr lang="en-GB" b="1" dirty="0"/>
              <a:t>actually </a:t>
            </a:r>
            <a:r>
              <a:rPr lang="en-GB" dirty="0"/>
              <a:t>in the middle of gap</a:t>
            </a:r>
          </a:p>
          <a:p>
            <a:r>
              <a:rPr lang="en-GB" dirty="0"/>
              <a:t>How to ensure the speed of two wheels are the same (to making the robot moving straight)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0760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533</TotalTime>
  <Words>713</Words>
  <Application>Microsoft Office PowerPoint</Application>
  <PresentationFormat>Widescreen</PresentationFormat>
  <Paragraphs>89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Consolas</vt:lpstr>
      <vt:lpstr>Office Theme</vt:lpstr>
      <vt:lpstr>Open Day Robot Demo</vt:lpstr>
      <vt:lpstr>Building blocks of the robot</vt:lpstr>
      <vt:lpstr>How to upload the code onto Arduino</vt:lpstr>
      <vt:lpstr>Where to put your code</vt:lpstr>
      <vt:lpstr>How to operate the robot - movement</vt:lpstr>
      <vt:lpstr>Serial Comms: Talking between Arduino and Computer</vt:lpstr>
      <vt:lpstr>How to operate the robot - Buttons</vt:lpstr>
      <vt:lpstr>How to operate the robot – Ultrasonic sensor</vt:lpstr>
      <vt:lpstr>Programming logic – if else statesment</vt:lpstr>
      <vt:lpstr>Time offset techniques: the millis();</vt:lpstr>
      <vt:lpstr>Further improvements?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Day Robot Demo</dc:title>
  <dc:creator>Chen, Junzhe</dc:creator>
  <cp:lastModifiedBy>Chen, Junzhe</cp:lastModifiedBy>
  <cp:revision>39</cp:revision>
  <dcterms:created xsi:type="dcterms:W3CDTF">2023-06-29T10:34:51Z</dcterms:created>
  <dcterms:modified xsi:type="dcterms:W3CDTF">2024-06-29T15:00:58Z</dcterms:modified>
</cp:coreProperties>
</file>